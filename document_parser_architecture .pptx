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216152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"/>
            <a:ext cx="1216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 — Architecture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48463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585216"/>
            <a:ext cx="3291840" cy="420624"/>
          </a:xfrm>
          <a:prstGeom prst="rect">
            <a:avLst/>
          </a:prstGeom>
          <a:solidFill>
            <a:srgbClr val="1E3A5F"/>
          </a:solidFill>
          <a:ln w="762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585216"/>
            <a:ext cx="32918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005840"/>
            <a:ext cx="0" cy="1188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7900" y="1097280"/>
            <a:ext cx="457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124712"/>
            <a:ext cx="3291840" cy="420624"/>
          </a:xfrm>
          <a:prstGeom prst="rect">
            <a:avLst/>
          </a:prstGeom>
          <a:solidFill>
            <a:srgbClr val="2A4A7F"/>
          </a:solidFill>
          <a:ln w="7620">
            <a:solidFill>
              <a:srgbClr val="2A4A7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124712"/>
            <a:ext cx="32918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Detection + Pre-validation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type   •   encryption check   •   corruption check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545336"/>
            <a:ext cx="0" cy="1188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7900" y="1636776"/>
            <a:ext cx="457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664208"/>
            <a:ext cx="3291840" cy="420624"/>
          </a:xfrm>
          <a:prstGeom prst="rect">
            <a:avLst/>
          </a:prstGeom>
          <a:solidFill>
            <a:srgbClr val="2C5282"/>
          </a:solidFill>
          <a:ln w="7620">
            <a:solidFill>
              <a:srgbClr val="2C528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1664208"/>
            <a:ext cx="32918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Router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born-digital PDF?   •   scanned?   •   hybrid?   •   native format?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2084832"/>
            <a:ext cx="0" cy="1554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7900" y="2212848"/>
            <a:ext cx="457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240280"/>
            <a:ext cx="7132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240280"/>
            <a:ext cx="0" cy="118872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91740" y="2331720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240280"/>
            <a:ext cx="0" cy="118872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24060" y="2331720"/>
            <a:ext cx="45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249424"/>
            <a:ext cx="3108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8092440" y="2249424"/>
            <a:ext cx="31089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PIPELINE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960120" y="2359152"/>
            <a:ext cx="31089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2414016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2414016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Renderer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pdf2image   •   pdfplumber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2752344"/>
            <a:ext cx="0" cy="10058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91740" y="2825496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2852928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2852928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deskew   •   denoise   •   binarize   •   contrast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14600" y="3191256"/>
            <a:ext cx="0" cy="10058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1740" y="3264408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3291840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3291840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DocLayNet   •   YOLO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14600" y="3630168"/>
            <a:ext cx="0" cy="10058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91740" y="3703320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3730752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0120" y="3730752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Segmentation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blocks   •   tables   •   figures   •   headers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14600" y="4069080"/>
            <a:ext cx="0" cy="10058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91740" y="4142232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" y="4169664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60120" y="4169664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per Region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  •   Surya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14600" y="4507992"/>
            <a:ext cx="0" cy="10058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91740" y="4581144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4608576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60120" y="4608576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Extractors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 •   figures   •   formulas   •   captions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514600" y="4946904"/>
            <a:ext cx="0" cy="10058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91740" y="5020056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0120" y="5047488"/>
            <a:ext cx="3108960" cy="338328"/>
          </a:xfrm>
          <a:prstGeom prst="rect">
            <a:avLst/>
          </a:prstGeom>
          <a:solidFill>
            <a:srgbClr val="EBF5FF"/>
          </a:solidFill>
          <a:ln w="762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60120" y="5047488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Order Reconstruction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XY-cut   •   ML-based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092440" y="2359152"/>
            <a:ext cx="3108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92440" y="2414016"/>
            <a:ext cx="3108960" cy="338328"/>
          </a:xfrm>
          <a:prstGeom prst="rect">
            <a:avLst/>
          </a:prstGeom>
          <a:solidFill>
            <a:srgbClr val="F0FDFA"/>
          </a:solidFill>
          <a:ln w="7620">
            <a:solidFill>
              <a:srgbClr val="5EEA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092440" y="2414016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Parser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  •   openpyxl   •   python-pptx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646920" y="2752344"/>
            <a:ext cx="0" cy="100584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4060" y="2825496"/>
            <a:ext cx="45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2852928"/>
            <a:ext cx="3108960" cy="338328"/>
          </a:xfrm>
          <a:prstGeom prst="rect">
            <a:avLst/>
          </a:prstGeom>
          <a:solidFill>
            <a:srgbClr val="F0FDFA"/>
          </a:solidFill>
          <a:ln w="7620">
            <a:solidFill>
              <a:srgbClr val="5EEA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092440" y="2852928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Relationship Resolution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  •   embedded images   •   footnotes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646920" y="3191256"/>
            <a:ext cx="0" cy="100584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24060" y="3264408"/>
            <a:ext cx="45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92440" y="3291840"/>
            <a:ext cx="3108960" cy="338328"/>
          </a:xfrm>
          <a:prstGeom prst="rect">
            <a:avLst/>
          </a:prstGeom>
          <a:solidFill>
            <a:srgbClr val="F0FDFA"/>
          </a:solidFill>
          <a:ln w="7620">
            <a:solidFill>
              <a:srgbClr val="5EEA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092440" y="3291840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Extraction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  •   tables   •   lists   •   slides   •   sheets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46920" y="3630168"/>
            <a:ext cx="0" cy="100584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24060" y="3703320"/>
            <a:ext cx="45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92440" y="3730752"/>
            <a:ext cx="3108960" cy="338328"/>
          </a:xfrm>
          <a:prstGeom prst="rect">
            <a:avLst/>
          </a:prstGeom>
          <a:solidFill>
            <a:srgbClr val="F0FDFA"/>
          </a:solidFill>
          <a:ln w="7620">
            <a:solidFill>
              <a:srgbClr val="5EEA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092440" y="3730752"/>
            <a:ext cx="31089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Normalization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mapping   •   schema enforcement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514600" y="5724144"/>
            <a:ext cx="0" cy="13716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91740" y="5833872"/>
            <a:ext cx="457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46920" y="4407408"/>
            <a:ext cx="0" cy="1453896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24060" y="5833872"/>
            <a:ext cx="45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14600" y="5861304"/>
            <a:ext cx="7132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80760" y="5861304"/>
            <a:ext cx="0" cy="1280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57900" y="5961888"/>
            <a:ext cx="457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5760" y="5989320"/>
            <a:ext cx="2154326" cy="548640"/>
          </a:xfrm>
          <a:prstGeom prst="rect">
            <a:avLst/>
          </a:prstGeom>
          <a:solidFill>
            <a:srgbClr val="1E3A5F"/>
          </a:solidFill>
          <a:ln w="762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365760" y="5989320"/>
            <a:ext cx="215432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Document Model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{blocks: [{type, content, bbox, confidence}]}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20086" y="6263640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61818" y="6240780"/>
            <a:ext cx="457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84678" y="5989320"/>
            <a:ext cx="2154326" cy="548640"/>
          </a:xfrm>
          <a:prstGeom prst="rect">
            <a:avLst/>
          </a:prstGeom>
          <a:solidFill>
            <a:srgbClr val="1D4ED8"/>
          </a:solidFill>
          <a:ln w="762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684678" y="5989320"/>
            <a:ext cx="215432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  •   fallback logic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839005" y="6263640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80737" y="6240780"/>
            <a:ext cx="457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03597" y="5989320"/>
            <a:ext cx="2154326" cy="548640"/>
          </a:xfrm>
          <a:prstGeom prst="rect">
            <a:avLst/>
          </a:prstGeom>
          <a:solidFill>
            <a:srgbClr val="0F766E"/>
          </a:solidFill>
          <a:ln w="762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5003597" y="5989320"/>
            <a:ext cx="215432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Processing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 •   cross-refs   •   language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157923" y="6263640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99655" y="6240780"/>
            <a:ext cx="457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22515" y="5989320"/>
            <a:ext cx="2154326" cy="548640"/>
          </a:xfrm>
          <a:prstGeom prst="rect">
            <a:avLst/>
          </a:prstGeom>
          <a:solidFill>
            <a:srgbClr val="065F46"/>
          </a:solidFill>
          <a:ln w="7620">
            <a:solidFill>
              <a:srgbClr val="065F4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7322515" y="5989320"/>
            <a:ext cx="215432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 •   Markdown   •   HTML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476842" y="6263640"/>
            <a:ext cx="1645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8574" y="6240780"/>
            <a:ext cx="457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641434" y="5989320"/>
            <a:ext cx="2154326" cy="548640"/>
          </a:xfrm>
          <a:prstGeom prst="rect">
            <a:avLst/>
          </a:prstGeom>
          <a:solidFill>
            <a:srgbClr val="374151"/>
          </a:solidFill>
          <a:ln w="7620">
            <a:solidFill>
              <a:srgbClr val="37415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9641434" y="5989320"/>
            <a:ext cx="215432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Chunking</a:t>
            </a:r>
            <a:endParaRPr lang="en-US" sz="8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  •   fixed   •   structure-aware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65760" y="6720840"/>
            <a:ext cx="11430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6739128"/>
            <a:ext cx="11430000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Pipeline  |  Architecture v1.0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2026-03-09T06:48:58Z</dcterms:created>
  <dcterms:modified xsi:type="dcterms:W3CDTF">2026-03-09T06:48:58Z</dcterms:modified>
</cp:coreProperties>
</file>